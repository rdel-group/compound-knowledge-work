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Northwind Q3 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CKW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FY2026 pacing target is 92 percent. CKW_FIXTURE_SENTINEL.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Media: $120,000</a:t>
            </a:r>
          </a:p>
          <a:p>
            <a:pPr lvl="0"/>
            <a:r>
              <a:rPr/>
              <a:t>Fees: $18,000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Northwind Q3 Proposal</dc:title>
  <dc:creator>CKW</dc:creator>
  <cp:keywords/>
  <dcterms:created xsi:type="dcterms:W3CDTF">2026-07-06T16:37:57Z</dcterms:created>
  <dcterms:modified xsi:type="dcterms:W3CDTF">2026-07-06T16:37:57Z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